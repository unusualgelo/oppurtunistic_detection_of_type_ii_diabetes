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16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Multimodal Progress Update</a:t>
            </a:r>
          </a:p>
          <a:p>
            <a:pPr>
              <a:defRPr sz="1350">
                <a:solidFill>
                  <a:srgbClr val="94A3B8"/>
                </a:solidFill>
              </a:defRPr>
            </a:pPr>
            <a:r>
              <a:t>Presenter: Malek   |   Collaborator: Angelo   |   Course: CS 396: AI in Healthcare   |   Date: October 29,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3272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34D399"/>
                </a:solidFill>
              </a:defRPr>
            </a:pPr>
            <a:r>
              <a:t>EXECUTIVE SUMMARY: PROGRESS &amp; QUANTIFIABLE IMPROVEMENTS (OCT 29 UPDATE)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AUROC Surge (+0.2667 Jump): </a:t>
            </a:r>
            <a:r>
              <a:rPr sz="1000">
                <a:solidFill>
                  <a:srgbClr val="FFFFFF"/>
                </a:solidFill>
              </a:rPr>
              <a:t>Advanced from pure X-ray baseline (0.6401) to a state-of-the-art 0.9068 AUROC (AUPRC: 0.8196) via two-stage multimodal late fusion.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4D399"/>
                </a:solidFill>
              </a:rPr>
              <a:t>✓ Recall Improvement (+18.6%): </a:t>
            </a:r>
            <a:r>
              <a:rPr sz="1000">
                <a:solidFill>
                  <a:srgbClr val="FFFFFF"/>
                </a:solidFill>
              </a:rPr>
              <a:t>Tuned clinical operating threshold (τ = 0.40) to drive sensitivity from 62.21% to 80.78% (catching 57 additional diabetic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59.2% False Alarm Reduction: </a:t>
            </a:r>
            <a:r>
              <a:rPr sz="1000">
                <a:solidFill>
                  <a:srgbClr val="FFFFFF"/>
                </a:solidFill>
              </a:rPr>
              <a:t>False Positives plummeted from 260 in Pure CXR down to only 106 in the optimized screener (slashing false alarms by 154 patients).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Missed Cases Cut by 49.1%: </a:t>
            </a:r>
            <a:r>
              <a:rPr sz="1000">
                <a:solidFill>
                  <a:srgbClr val="FFFFFF"/>
                </a:solidFill>
              </a:rPr>
              <a:t>Undiagnosed diabetics missed by the system fell from 116 down to 59, drastically improving clinical safety.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38BDF8"/>
                </a:solidFill>
              </a:rPr>
              <a:t>✓ Zero Data Leakage: </a:t>
            </a:r>
            <a:r>
              <a:rPr sz="1000">
                <a:solidFill>
                  <a:srgbClr val="FFFFFF"/>
                </a:solidFill>
              </a:rPr>
              <a:t>Strict 5-Fold StratifiedGroupKFold on patient_id (N=949) verified zero patient overlap between train and test splits.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PROGRESS &amp;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Progress Update (Oct 29): Quantifiable Model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AUROC IMPROVEMENT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0.64 ➔ 0.91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+0.2667 (+41.7% Lift)</a:t>
            </a:r>
            <a:br/>
            <a:r>
              <a:t>From CXR alone to Multimodal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RECALL (DIABETICS CAUGHT)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62.2% ➔ 80.8%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+18.57% Sensitivity Gain</a:t>
            </a:r>
            <a:br/>
            <a:r>
              <a:t>(191 ➔ 248 Patients Caught)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B923C"/>
                </a:solidFill>
              </a:defRPr>
            </a:pPr>
            <a:r>
              <a:t>FALSE ALARMS (FP)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260 ➔ 106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-59.2% Slashed (-154 FPs)</a:t>
            </a:r>
            <a:br/>
            <a:r>
              <a:t>Vastly cleaner screening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80160"/>
            <a:ext cx="2542032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4D399"/>
                </a:solidFill>
              </a:defRPr>
            </a:pPr>
            <a:r>
              <a:t>MISSED CASES (FN)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116 ➔ 59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-49.1% Cut in Half</a:t>
            </a:r>
            <a:br/>
            <a:r>
              <a:t>Minimizes untreated diabetes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7889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1005840"/>
                <a:gridCol w="1097280"/>
                <a:gridCol w="1097280"/>
                <a:gridCol w="3108960"/>
              </a:tblGrid>
              <a:tr h="3396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Stage / Iteration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Pipeline &amp; Inputs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False Positives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Progress Milestone &amp; Finding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1. Pretrained ViT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Frozen RAD-DINO (ViT-B Patches)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55.37%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Baseline: General embeddings missed global CTR ratio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2. Scratch CNN (Baseline)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Custom ~75k param CNN (All CXRs)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62.21%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+0.0667 AUROC: Proved feasibility directly from pixels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3. Data Ablation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Excluded 11 Blurry CXRs (No Hazy)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54.72%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-7.49% Recall drop: Proved blur diversity is essential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4. Clinical Tabular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 (Logistic Reg.)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60.26%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229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Demographic baseline: Socioeconomic risk without imaging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5. Multimodal Late Fusion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CXR Scalar + Clinical (Grad. Boost)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+0.2667 AUROC leap! 75% fewer false positives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6. Oct 29 Final Screener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Multimodal Fusion @ τ = 0.40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★ Peak Screener: 80.8% Recall, 83.5% Specificity, only 106 FPs!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303520"/>
            <a:ext cx="106984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100" b="1">
                <a:solidFill>
                  <a:srgbClr val="38BDF8"/>
                </a:solidFill>
              </a:defRPr>
            </a:pPr>
            <a:r>
              <a:t>CORE PROGRESS SUMMARY (WHAT WE ACHIEVED BY OCTOBER 29TH)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Across 5 engineering iterations, we advanced from an initial 0.6401 image baseline to a validated 0.9068 AUROC multimodal system. By optimizing our decision threshold to τ = 0.40 for asymmetric healthcare costs, our model now catches 80.78% of undiagnosed diabetics (248/307) while slashing false alarms by 59.2% (from 260 down to 106), fully verified with 0 patient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CLINICAL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1: INFERENCE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MODEL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VISION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2: TRAINING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Loss &amp; Learning Curves: Pure X-Ray Vision Training</a:t>
            </a:r>
          </a:p>
        </p:txBody>
      </p:sp>
      <p:pic>
        <p:nvPicPr>
          <p:cNvPr id="5" name="Picture 4" descr="cxr_loss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675120" cy="295660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What the Curves Mean in Plain English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Loss Drops Consistently: </a:t>
            </a:r>
            <a:r>
              <a:rPr sz="1050">
                <a:solidFill>
                  <a:srgbClr val="FFFFFF"/>
                </a:solidFill>
              </a:rPr>
              <a:t>Validation error steadily falls from 0.694 down to ~0.668. This proves the network is actively learning real anatomical shapes rather than memorizing random pixel noise.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• Optimal Sweet Spot (Epochs 6-8): </a:t>
            </a:r>
            <a:r>
              <a:rPr sz="1050">
                <a:solidFill>
                  <a:srgbClr val="FFFFFF"/>
                </a:solidFill>
              </a:rPr>
              <a:t>Validation loss hits its lowest point around Epoch 7. Stopping here avoids overfitting on our ~950 patient cohort.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AUROC Climbs to 0.6503: </a:t>
            </a:r>
            <a:r>
              <a:rPr sz="1050">
                <a:solidFill>
                  <a:srgbClr val="FFFFFF"/>
                </a:solidFill>
              </a:rPr>
              <a:t>The model's ability to separate diabetic from healthy hearts steadily climbs as conv filters sharpen.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• Enhanced Residual Wins: </a:t>
            </a:r>
            <a:r>
              <a:rPr sz="1050">
                <a:solidFill>
                  <a:srgbClr val="FFFFFF"/>
                </a:solidFill>
              </a:rPr>
              <a:t>Adding residual skip connections gives a smoother curve and lifts AUROC to 0.6503 (61.4% accuracy), outperforming the baseline scratch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3: ABLATION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4: MULTIMODAL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PHASE 5: CLINICAL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PRODUCTION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</a:defRPr>
            </a:pPr>
            <a:r>
              <a:t>CS 396 — ARTIFICIAL INTELLIGENCE IN HEALTHCARE   |   PRESENTATION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Key Takeaways &amp; Quantifiable Progress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of Progress &amp; Improvements (Thursday, October 29, 2026)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Major AUROC Leap (+0.2667 Gain): </a:t>
            </a:r>
            <a:r>
              <a:rPr sz="1150">
                <a:solidFill>
                  <a:srgbClr val="FFFFFF"/>
                </a:solidFill>
              </a:rPr>
              <a:t>By converting radiographs into an independent thoracic biomarker and fusing with clinical covariates, model discrimination surged from an initial 0.6401 (CXR alone) to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Dramatic Recall Improvement (+18.6%): </a:t>
            </a:r>
            <a:r>
              <a:rPr sz="1150">
                <a:solidFill>
                  <a:srgbClr val="FFFFFF"/>
                </a:solidFill>
              </a:rPr>
              <a:t>Tuning the clinical decision threshold to τ = 0.40 drove sensitivity from 62.21% to 80.78%, catching 57 additional undiagnosed diabetics and cutting missed cases from 116 down to 59.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59.2% False Alarm Reduction: </a:t>
            </a:r>
            <a:r>
              <a:rPr sz="1150">
                <a:solidFill>
                  <a:srgbClr val="FFFFFF"/>
                </a:solidFill>
              </a:rPr>
              <a:t>False positives dropped drastically from 260 in Pure CXR down to 106 in the multimodal screener, maintaining a strong 83.49% specificity and sparing hundreds of patients unnecessary stress.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Ablation &amp; Modeling Insights: </a:t>
            </a:r>
            <a:r>
              <a:rPr sz="1150">
                <a:solidFill>
                  <a:srgbClr val="FFFFFF"/>
                </a:solidFill>
              </a:rPr>
              <a:t>Supervised scratch CNN beat foundation ViT RAD-DINO (0.6401 vs 0.5734 AUROC), and preserving clinical blur proved vital (dropping hazy images hurt recall by 7.5%).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Healthcare Screening Impact: </a:t>
            </a:r>
            <a:r>
              <a:rPr sz="1150">
                <a:solidFill>
                  <a:srgbClr val="FFFFFF"/>
                </a:solidFill>
              </a:rPr>
              <a:t>Over 80% of undiagnosed diabetics can now be reliably flagged during routine chest radiography at zero incremental patient burden, prompting early, life-saving HbA1c confirmatory lab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